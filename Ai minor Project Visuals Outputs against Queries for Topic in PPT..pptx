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65" r:id="rId3"/>
    <p:sldId id="257" r:id="rId4"/>
    <p:sldId id="258" r:id="rId5"/>
    <p:sldId id="259" r:id="rId6"/>
    <p:sldId id="260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A22F921-960C-424D-9C8D-43C2DA508B9F}" v="13" dt="2026-01-09T21:00:11.9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5" d="100"/>
          <a:sy n="55" d="100"/>
        </p:scale>
        <p:origin x="1096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jpal Parmar" userId="0c3e1508bb801ee6" providerId="LiveId" clId="{C8C56F98-1BC3-415A-A718-E2D858E09480}"/>
    <pc:docChg chg="undo custSel modSld">
      <pc:chgData name="Rajpal Parmar" userId="0c3e1508bb801ee6" providerId="LiveId" clId="{C8C56F98-1BC3-415A-A718-E2D858E09480}" dt="2026-01-09T21:00:11.990" v="24" actId="14100"/>
      <pc:docMkLst>
        <pc:docMk/>
      </pc:docMkLst>
      <pc:sldChg chg="addSp delSp modSp mod">
        <pc:chgData name="Rajpal Parmar" userId="0c3e1508bb801ee6" providerId="LiveId" clId="{C8C56F98-1BC3-415A-A718-E2D858E09480}" dt="2026-01-09T21:00:11.990" v="24" actId="14100"/>
        <pc:sldMkLst>
          <pc:docMk/>
          <pc:sldMk cId="2668959302" sldId="257"/>
        </pc:sldMkLst>
        <pc:spChg chg="add del mod">
          <ac:chgData name="Rajpal Parmar" userId="0c3e1508bb801ee6" providerId="LiveId" clId="{C8C56F98-1BC3-415A-A718-E2D858E09480}" dt="2026-01-09T20:59:52.412" v="20"/>
          <ac:spMkLst>
            <pc:docMk/>
            <pc:sldMk cId="2668959302" sldId="257"/>
            <ac:spMk id="4" creationId="{FFE0C23A-F07F-31CB-E407-38FAB0A97478}"/>
          </ac:spMkLst>
        </pc:spChg>
        <pc:picChg chg="add mod">
          <ac:chgData name="Rajpal Parmar" userId="0c3e1508bb801ee6" providerId="LiveId" clId="{C8C56F98-1BC3-415A-A718-E2D858E09480}" dt="2026-01-09T21:00:11.990" v="24" actId="14100"/>
          <ac:picMkLst>
            <pc:docMk/>
            <pc:sldMk cId="2668959302" sldId="257"/>
            <ac:picMk id="5" creationId="{10AE0FE4-D116-4A44-E8EF-B95E7E474B13}"/>
          </ac:picMkLst>
        </pc:picChg>
        <pc:picChg chg="del">
          <ac:chgData name="Rajpal Parmar" userId="0c3e1508bb801ee6" providerId="LiveId" clId="{C8C56F98-1BC3-415A-A718-E2D858E09480}" dt="2026-01-09T20:59:49.403" v="19" actId="478"/>
          <ac:picMkLst>
            <pc:docMk/>
            <pc:sldMk cId="2668959302" sldId="257"/>
            <ac:picMk id="1026" creationId="{772B86E7-99A8-3595-9EB9-0DF3A13DA3E6}"/>
          </ac:picMkLst>
        </pc:picChg>
      </pc:sldChg>
      <pc:sldChg chg="modSp mod">
        <pc:chgData name="Rajpal Parmar" userId="0c3e1508bb801ee6" providerId="LiveId" clId="{C8C56F98-1BC3-415A-A718-E2D858E09480}" dt="2026-01-09T18:53:14.330" v="18" actId="20577"/>
        <pc:sldMkLst>
          <pc:docMk/>
          <pc:sldMk cId="3665248939" sldId="265"/>
        </pc:sldMkLst>
        <pc:spChg chg="mod">
          <ac:chgData name="Rajpal Parmar" userId="0c3e1508bb801ee6" providerId="LiveId" clId="{C8C56F98-1BC3-415A-A718-E2D858E09480}" dt="2026-01-09T18:53:14.330" v="18" actId="20577"/>
          <ac:spMkLst>
            <pc:docMk/>
            <pc:sldMk cId="3665248939" sldId="265"/>
            <ac:spMk id="3" creationId="{99BFDC96-0CCB-2A5D-1ABE-E5B95ADCA55D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A7EC9-4CFF-AE9D-17F7-406A746731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4DE19A-14EE-6B22-CD6A-46C30B8D72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CCFA13-8507-48C7-66E0-9FE5ADDA9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DD415-606C-43FF-94EB-B039323AB866}" type="datetimeFigureOut">
              <a:rPr lang="en-IN" smtClean="0"/>
              <a:t>10-01-2026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AED125-8C27-3687-F581-7CBD2EEE9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A60713-56B1-2B4B-6077-80CBC5C6C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91693-BD31-4150-A5E1-FC323283D9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36608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175E1-D4BD-0702-CAAA-BDCC20B17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5335AC-39E2-4DF1-FC0E-29DC3A235E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9D985E-17D4-7409-C081-22A80F051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DD415-606C-43FF-94EB-B039323AB866}" type="datetimeFigureOut">
              <a:rPr lang="en-IN" smtClean="0"/>
              <a:t>10-01-2026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7F8574-622C-A67B-B3F3-99E2FE611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2239D9-868F-5530-11EA-643584028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91693-BD31-4150-A5E1-FC323283D9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71119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7CD0B-078C-E050-5928-F15C7F81B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D73503-3CDA-11A6-FDF9-5ECEEBAFC7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E76E8C-25C4-EE10-B1FE-EEF6A5D07F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DD415-606C-43FF-94EB-B039323AB866}" type="datetimeFigureOut">
              <a:rPr lang="en-IN" smtClean="0"/>
              <a:t>10-01-2026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C8F406-56F3-1A56-B0F2-8365D34E4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1EB2B8-CC6A-BA9C-FF19-2C4FF0BBD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91693-BD31-4150-A5E1-FC323283D9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90142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1DC7E-2B29-EC6E-41F1-2D97E6B5F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CF9332-DF57-2D8C-E256-C4C460D5FD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453ED5-6FC4-D9A4-E60B-2BF325F8E7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AEAED6-7BA8-2C66-381B-3A7EADB96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DD415-606C-43FF-94EB-B039323AB866}" type="datetimeFigureOut">
              <a:rPr lang="en-IN" smtClean="0"/>
              <a:t>10-01-2026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2C2E68-F1DA-69DA-8C62-D39E9B251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1F6516-F30F-66BF-D0AA-F7A042EC4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91693-BD31-4150-A5E1-FC323283D9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1671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D574F-F939-1DCC-97FA-18E4B1D48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118C15-A39E-D7EE-97BF-1AA3FAFA63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BD6BB6-3790-8763-D3D6-33785215A3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BF34B-BE34-6E90-AF80-143D2DD477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1C2082-D44D-6C77-280F-2CEA368FEA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3D12AC5-39C5-21A8-2A33-5722EA944F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DD415-606C-43FF-94EB-B039323AB866}" type="datetimeFigureOut">
              <a:rPr lang="en-IN" smtClean="0"/>
              <a:t>10-01-2026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884B4E-098F-0DCF-3BB0-4D780F058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8020B8-D020-3A62-D43A-3F3F95613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91693-BD31-4150-A5E1-FC323283D9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84063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0763B-1654-7548-ADDA-544F3EDB8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405765-58B3-6DFE-E545-7D43D2E60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DD415-606C-43FF-94EB-B039323AB866}" type="datetimeFigureOut">
              <a:rPr lang="en-IN" smtClean="0"/>
              <a:t>10-01-2026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2A5EF4-C135-0D7B-C440-9A98001F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4A16AF-1E31-A23F-07A7-7760BD745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91693-BD31-4150-A5E1-FC323283D9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32836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B526AE-BF06-1F72-445C-EEBF4EB1B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DD415-606C-43FF-94EB-B039323AB866}" type="datetimeFigureOut">
              <a:rPr lang="en-IN" smtClean="0"/>
              <a:t>10-01-2026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4E067F-32CB-1429-0FAD-89665B737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D0881E-A915-15F0-A334-14299E58E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91693-BD31-4150-A5E1-FC323283D9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8063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CBE2D-F5A6-1293-925A-841C8B72C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FE73EA-F4B4-AACD-5394-5103636DD9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594625-A209-5312-693D-B79441B48C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4A2CF9-98E4-4D3B-7B57-176AD695D4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DD415-606C-43FF-94EB-B039323AB866}" type="datetimeFigureOut">
              <a:rPr lang="en-IN" smtClean="0"/>
              <a:t>10-01-2026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924A74-8879-B577-D10D-58C607CE5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60460E-5149-3EA3-9EAD-637BF8BEB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91693-BD31-4150-A5E1-FC323283D9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21219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D6998-A9E2-F933-78CF-4173A9101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71DEEA9-7107-5F40-25F3-3F3E87EF03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080DC6-45C7-9B3E-C099-DD20502101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447648-6E7E-A138-2128-9A8342E92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DD415-606C-43FF-94EB-B039323AB866}" type="datetimeFigureOut">
              <a:rPr lang="en-IN" smtClean="0"/>
              <a:t>10-01-2026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58FAAF-54FE-2B71-C8C2-7DE6DFDD8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A807EC-B780-D53F-B511-B0B0D4177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91693-BD31-4150-A5E1-FC323283D9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05373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07FCE-2558-B85B-7AF5-309189ECB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081D9F-D471-4865-4314-800FB749A5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DBF5BE-27AA-DD8A-6372-6DC08D8AE7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DD415-606C-43FF-94EB-B039323AB866}" type="datetimeFigureOut">
              <a:rPr lang="en-IN" smtClean="0"/>
              <a:t>10-01-2026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669413-490A-A7C0-6D9A-DF4687F57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DA1794-F59B-11B4-2ED7-2F2ACA8D6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91693-BD31-4150-A5E1-FC323283D9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73035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35C581-448F-DBC2-A8EB-C58E270D13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1578F4-938B-1BB2-539E-4D61FFD096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3F0ABA-198D-6EAA-C81A-7CC89BEE8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DD415-606C-43FF-94EB-B039323AB866}" type="datetimeFigureOut">
              <a:rPr lang="en-IN" smtClean="0"/>
              <a:t>10-01-2026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3F398C-5ACF-E111-98DF-97A27F2F07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63DBB6-6945-EA67-62B5-B1D8E5F84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91693-BD31-4150-A5E1-FC323283D9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33420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CADA3E-52AD-AE13-A476-130432441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485E2C-F5DD-660C-71CE-51F06C281E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0A20F5-16D9-0A95-D05F-7254B607AA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1DD415-606C-43FF-94EB-B039323AB866}" type="datetimeFigureOut">
              <a:rPr lang="en-IN" smtClean="0"/>
              <a:t>10-01-2026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D95071-001D-C6DF-C412-2F84947881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4EDF9-B3DB-321D-070B-EE92E5E49F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F91693-BD31-4150-A5E1-FC323283D9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2974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FF660-9314-003B-EBE7-38B0173519DD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0" y="0"/>
            <a:ext cx="12192000" cy="6857999"/>
          </a:xfrm>
          <a:solidFill>
            <a:schemeClr val="accent2"/>
          </a:solidFill>
        </p:spPr>
        <p:txBody>
          <a:bodyPr/>
          <a:lstStyle/>
          <a:p>
            <a:r>
              <a:rPr lang="en-US" dirty="0"/>
              <a:t>Ai minor Project :-Ai for market Trend Analysis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316754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7D8B0-A214-CD62-1C27-4A580A96F9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"/>
            <a:ext cx="12192000" cy="2275114"/>
          </a:xfrm>
          <a:solidFill>
            <a:schemeClr val="accent2"/>
          </a:solidFill>
        </p:spPr>
        <p:txBody>
          <a:bodyPr>
            <a:noAutofit/>
          </a:bodyPr>
          <a:lstStyle/>
          <a:p>
            <a:r>
              <a:rPr lang="en-US" sz="3200" dirty="0"/>
              <a:t>Project Topic :-Registered car and   2 wheelers for state Himachal Pradesh since 20 years with condition for below Queries .  Expiry of 2 wheelers 20 years and for Car 15 years. Data is uploaded in Git hub for analysis of Queries with registration details of count and price since 2005 to 2025.      </a:t>
            </a:r>
            <a:endParaRPr lang="en-IN" sz="3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FDC96-0CCB-2A5D-1ABE-E5B95ADCA5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275115"/>
            <a:ext cx="12192000" cy="4474027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r>
              <a:rPr lang="en-US" dirty="0"/>
              <a:t>Query 1:- Create Sale Forecast on count base and revenue base after expiry of car and 2 wheelers with year on year while there is 5 %    increase in price since the start Registration year 2005 @ each year. condition for two wheelers life is 20 years and car is 15 year after registration.</a:t>
            </a:r>
          </a:p>
          <a:p>
            <a:endParaRPr lang="en-US" dirty="0"/>
          </a:p>
          <a:p>
            <a:r>
              <a:rPr lang="en-US" dirty="0"/>
              <a:t>Querry 2:- Create market growth and decline trend analysis on count base in % against registered vehicle going to get expired year on year having potential for resale new vehicle against expired for both 2 wheelers and Car.</a:t>
            </a:r>
          </a:p>
          <a:p>
            <a:endParaRPr lang="en-US" dirty="0"/>
          </a:p>
          <a:p>
            <a:r>
              <a:rPr lang="en-US" dirty="0"/>
              <a:t>Querry 3:- Car used by Girls , woman, man , Boys above age </a:t>
            </a:r>
            <a:r>
              <a:rPr lang="en-US"/>
              <a:t>18  </a:t>
            </a:r>
            <a:r>
              <a:rPr lang="en-US" dirty="0"/>
              <a:t>by 10 % ,30%,20%,40% respectively create forecast for car sale potential on gender segment base by using clusters after expiry age is 15 years after registration 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652489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DCCAA-2E77-88F3-8C63-06AA2C2D2C5E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/>
          </a:solidFill>
        </p:spPr>
        <p:txBody>
          <a:bodyPr>
            <a:normAutofit/>
          </a:bodyPr>
          <a:lstStyle/>
          <a:p>
            <a:r>
              <a:rPr lang="en-US" sz="2000" dirty="0"/>
              <a:t>Query 1</a:t>
            </a:r>
            <a:r>
              <a:rPr lang="en-US" sz="2000" dirty="0">
                <a:sym typeface="Wingdings" panose="05000000000000000000" pitchFamily="2" charset="2"/>
              </a:rPr>
              <a:t>:-(a) </a:t>
            </a:r>
            <a:r>
              <a:rPr lang="en-US" sz="2000" dirty="0"/>
              <a:t> Created Visual  Sale Forecast on count base Against Registered two wheelers and Car from 2005 to 2025 base going to get Expire from 2020 till 2046.</a:t>
            </a:r>
            <a:br>
              <a:rPr lang="en-US" sz="2000" dirty="0"/>
            </a:br>
            <a:endParaRPr lang="en-IN" sz="2000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10AE0FE4-D116-4A44-E8EF-B95E7E474B1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999" y="1894114"/>
            <a:ext cx="11234057" cy="45987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89593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451EBC-CD05-9063-D981-452D45A46411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/>
          </a:solidFill>
        </p:spPr>
        <p:txBody>
          <a:bodyPr>
            <a:normAutofit/>
          </a:bodyPr>
          <a:lstStyle/>
          <a:p>
            <a:r>
              <a:rPr lang="en-US" sz="2000" dirty="0"/>
              <a:t>Query 1:-(b)  Created  Revenue Potential Forecast visual  on  revenue base after expiry of car and 2 wheelers with year on year while there is 5 %    increase in price since the start Registration year 2005 @ each year. condition for two wheelers life is 20 years and car is 15 year after registration.</a:t>
            </a:r>
            <a:endParaRPr lang="en-IN" sz="2000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90262F3F-37A7-00CC-CECE-47D6DA6E68F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0970" y="1825625"/>
            <a:ext cx="9390060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935366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E6D38A-5EA5-BBD2-E03B-0256DAA8CF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2854B-1AB4-9AD2-1F53-44A2D8BBCA3A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/>
          </a:solidFill>
        </p:spPr>
        <p:txBody>
          <a:bodyPr>
            <a:normAutofit/>
          </a:bodyPr>
          <a:lstStyle/>
          <a:p>
            <a:r>
              <a:rPr lang="en-US" sz="2000" dirty="0"/>
              <a:t>Querry 2:- Created  market growth and decline trend analysis  Visuals on count base in % against registered vehicle going to get expired year on year having potential for resale new vehicle against expired for  Car against total Registered cars  since 2005 to 2025 .</a:t>
            </a:r>
            <a:br>
              <a:rPr lang="en-US" sz="2000" dirty="0"/>
            </a:br>
            <a:endParaRPr lang="en-IN" sz="2000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F9C4C95E-AC01-6E7A-E5CB-48B57E20AB3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825625"/>
            <a:ext cx="10515600" cy="4667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39476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FBE79A-BFD0-B0F1-DA7D-178275F1F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D002F-59B2-862B-3C95-284B3E6F7070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/>
          </a:solidFill>
        </p:spPr>
        <p:txBody>
          <a:bodyPr>
            <a:normAutofit/>
          </a:bodyPr>
          <a:lstStyle/>
          <a:p>
            <a:r>
              <a:rPr lang="en-US" sz="2000" dirty="0"/>
              <a:t>Querry 2:- Create market growth and decline trend analysis on count base in % against registered vehicle going to get expired year on year having potential for resale new vehicle against expired  2 wheelers  against total Registered two wheelers since 2005 to 2025 .</a:t>
            </a:r>
            <a:endParaRPr lang="en-IN" sz="2000" dirty="0"/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6D32A6FE-EA3C-6403-DE29-6691D4A7072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200708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28E42-A8DE-1752-916F-7DD505D9E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37104"/>
          </a:xfrm>
          <a:solidFill>
            <a:schemeClr val="accent2"/>
          </a:solidFill>
        </p:spPr>
        <p:txBody>
          <a:bodyPr>
            <a:normAutofit fontScale="90000"/>
          </a:bodyPr>
          <a:lstStyle/>
          <a:p>
            <a:br>
              <a:rPr lang="en-US" sz="2200" dirty="0"/>
            </a:br>
            <a:br>
              <a:rPr lang="en-US" sz="2200" dirty="0"/>
            </a:br>
            <a:br>
              <a:rPr lang="en-US" sz="2200" dirty="0"/>
            </a:br>
            <a:br>
              <a:rPr lang="en-US" sz="2200" dirty="0"/>
            </a:br>
            <a:r>
              <a:rPr lang="en-US" sz="2200" dirty="0"/>
              <a:t>Querry 3 :- Cars  used by  Girls , woman, man , Boys above age 18 create by 10 % ,30%,20%,40% respectively created Visual forecast for car on count base having  sale potential on gender segment (Male and Female)  base by using clusters after expiry age is 15 years after registration .</a:t>
            </a:r>
            <a:br>
              <a:rPr lang="en-US" dirty="0"/>
            </a:br>
            <a:br>
              <a:rPr lang="en-US" dirty="0"/>
            </a:br>
            <a:endParaRPr lang="en-IN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6B11A82F-1F74-DA7E-BEF2-99C25095776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57" y="1502231"/>
            <a:ext cx="12083142" cy="4990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884719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457</Words>
  <Application>Microsoft Office PowerPoint</Application>
  <PresentationFormat>Widescreen</PresentationFormat>
  <Paragraphs>12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Wingdings</vt:lpstr>
      <vt:lpstr>Office Theme</vt:lpstr>
      <vt:lpstr>Ai minor Project :-Ai for market Trend Analysis</vt:lpstr>
      <vt:lpstr>Project Topic :-Registered car and   2 wheelers for state Himachal Pradesh since 20 years with condition for below Queries .  Expiry of 2 wheelers 20 years and for Car 15 years. Data is uploaded in Git hub for analysis of Queries with registration details of count and price since 2005 to 2025.      </vt:lpstr>
      <vt:lpstr>Query 1:-(a)  Created Visual  Sale Forecast on count base Against Registered two wheelers and Car from 2005 to 2025 base going to get Expire from 2020 till 2046. </vt:lpstr>
      <vt:lpstr>Query 1:-(b)  Created  Revenue Potential Forecast visual  on  revenue base after expiry of car and 2 wheelers with year on year while there is 5 %    increase in price since the start Registration year 2005 @ each year. condition for two wheelers life is 20 years and car is 15 year after registration.</vt:lpstr>
      <vt:lpstr>Querry 2:- Created  market growth and decline trend analysis  Visuals on count base in % against registered vehicle going to get expired year on year having potential for resale new vehicle against expired for  Car against total Registered cars  since 2005 to 2025 . </vt:lpstr>
      <vt:lpstr>Querry 2:- Create market growth and decline trend analysis on count base in % against registered vehicle going to get expired year on year having potential for resale new vehicle against expired  2 wheelers  against total Registered two wheelers since 2005 to 2025 .</vt:lpstr>
      <vt:lpstr>    Querry 3 :- Cars  used by  Girls , woman, man , Boys above age 18 create by 10 % ,30%,20%,40% respectively created Visual forecast for car on count base having  sale potential on gender segment (Male and Female)  base by using clusters after expiry age is 15 years after registration .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Rajpal Parmar</dc:creator>
  <cp:lastModifiedBy>Rajpal Parmar</cp:lastModifiedBy>
  <cp:revision>1</cp:revision>
  <dcterms:created xsi:type="dcterms:W3CDTF">2025-12-13T06:20:02Z</dcterms:created>
  <dcterms:modified xsi:type="dcterms:W3CDTF">2026-01-09T21:00:20Z</dcterms:modified>
</cp:coreProperties>
</file>